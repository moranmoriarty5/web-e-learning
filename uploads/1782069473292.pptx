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1CEA-8547-4A94-89B2-4BBD073F96E6}" type="datetimeFigureOut">
              <a:rPr lang="en-ID" smtClean="0"/>
              <a:t>19/11/2025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9E781-84C9-422E-A6FD-E237A9C13CE7}" type="slidenum">
              <a:rPr lang="en-ID" smtClean="0"/>
              <a:t>‹#›</a:t>
            </a:fld>
            <a:endParaRPr lang="en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404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1CEA-8547-4A94-89B2-4BBD073F96E6}" type="datetimeFigureOut">
              <a:rPr lang="en-ID" smtClean="0"/>
              <a:t>19/11/2025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9E781-84C9-422E-A6FD-E237A9C13C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88388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1CEA-8547-4A94-89B2-4BBD073F96E6}" type="datetimeFigureOut">
              <a:rPr lang="en-ID" smtClean="0"/>
              <a:t>19/11/2025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9E781-84C9-422E-A6FD-E237A9C13CE7}" type="slidenum">
              <a:rPr lang="en-ID" smtClean="0"/>
              <a:t>‹#›</a:t>
            </a:fld>
            <a:endParaRPr lang="en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701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1CEA-8547-4A94-89B2-4BBD073F96E6}" type="datetimeFigureOut">
              <a:rPr lang="en-ID" smtClean="0"/>
              <a:t>19/11/2025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9E781-84C9-422E-A6FD-E237A9C13C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209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1CEA-8547-4A94-89B2-4BBD073F96E6}" type="datetimeFigureOut">
              <a:rPr lang="en-ID" smtClean="0"/>
              <a:t>19/11/2025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9E781-84C9-422E-A6FD-E237A9C13C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624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1CEA-8547-4A94-89B2-4BBD073F96E6}" type="datetimeFigureOut">
              <a:rPr lang="en-ID" smtClean="0"/>
              <a:t>19/11/2025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9E781-84C9-422E-A6FD-E237A9C13C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56288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1CEA-8547-4A94-89B2-4BBD073F96E6}" type="datetimeFigureOut">
              <a:rPr lang="en-ID" smtClean="0"/>
              <a:t>19/11/2025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9E781-84C9-422E-A6FD-E237A9C13C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5234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D6D1CEA-8547-4A94-89B2-4BBD073F96E6}" type="datetimeFigureOut">
              <a:rPr lang="en-ID" smtClean="0"/>
              <a:t>19/11/2025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A9E781-84C9-422E-A6FD-E237A9C13C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4375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1CEA-8547-4A94-89B2-4BBD073F96E6}" type="datetimeFigureOut">
              <a:rPr lang="en-ID" smtClean="0"/>
              <a:t>19/11/2025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9E781-84C9-422E-A6FD-E237A9C13C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07520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1CEA-8547-4A94-89B2-4BBD073F96E6}" type="datetimeFigureOut">
              <a:rPr lang="en-ID" smtClean="0"/>
              <a:t>19/11/2025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9E781-84C9-422E-A6FD-E237A9C13C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8967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1CEA-8547-4A94-89B2-4BBD073F96E6}" type="datetimeFigureOut">
              <a:rPr lang="en-ID" smtClean="0"/>
              <a:t>19/11/2025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9E781-84C9-422E-A6FD-E237A9C13C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6740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D6D1CEA-8547-4A94-89B2-4BBD073F96E6}" type="datetimeFigureOut">
              <a:rPr lang="en-ID" smtClean="0"/>
              <a:t>19/11/2025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5A9E781-84C9-422E-A6FD-E237A9C13CE7}" type="slidenum">
              <a:rPr lang="en-ID" smtClean="0"/>
              <a:t>‹#›</a:t>
            </a:fld>
            <a:endParaRPr lang="en-ID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118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46F8B-9C74-0CD0-9E74-B3D5BE46D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1484" y="1514167"/>
            <a:ext cx="9144000" cy="1523847"/>
          </a:xfrm>
        </p:spPr>
        <p:txBody>
          <a:bodyPr>
            <a:normAutofit/>
          </a:bodyPr>
          <a:lstStyle/>
          <a:p>
            <a:pPr algn="ctr"/>
            <a:r>
              <a:rPr lang="en-US" sz="4800" dirty="0" err="1"/>
              <a:t>Proyek</a:t>
            </a:r>
            <a:r>
              <a:rPr lang="en-US" sz="4800" dirty="0"/>
              <a:t> Akhir </a:t>
            </a:r>
            <a:br>
              <a:rPr lang="en-US" sz="4800" dirty="0"/>
            </a:br>
            <a:r>
              <a:rPr lang="en-US" sz="4800" dirty="0" err="1"/>
              <a:t>Matakuliah</a:t>
            </a:r>
            <a:r>
              <a:rPr lang="en-US" sz="4800" dirty="0"/>
              <a:t> </a:t>
            </a:r>
            <a:r>
              <a:rPr lang="en-US" sz="4800" dirty="0" err="1"/>
              <a:t>Sistem</a:t>
            </a:r>
            <a:r>
              <a:rPr lang="en-US" sz="4800" dirty="0"/>
              <a:t> Enterprise</a:t>
            </a:r>
            <a:endParaRPr lang="en-ID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3F065F-2487-7B64-9C4A-2D2C528A80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19 November 2025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19369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19679-A5CC-5275-8AF3-A24E0D758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Jobdesk</a:t>
            </a:r>
            <a:r>
              <a:rPr lang="en-US" dirty="0"/>
              <a:t>..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86F5A-BFD5-D3CB-EDD7-D715FB88D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kelompok</a:t>
            </a:r>
            <a:r>
              <a:rPr lang="en-ID" dirty="0"/>
              <a:t> </a:t>
            </a:r>
            <a:r>
              <a:rPr lang="en-ID" dirty="0" err="1"/>
              <a:t>diwajibkan</a:t>
            </a:r>
            <a:r>
              <a:rPr lang="en-ID" dirty="0"/>
              <a:t> </a:t>
            </a:r>
            <a:r>
              <a:rPr lang="en-ID" dirty="0" err="1"/>
              <a:t>membangun</a:t>
            </a:r>
            <a:r>
              <a:rPr lang="en-ID" dirty="0"/>
              <a:t> </a:t>
            </a:r>
            <a:r>
              <a:rPr lang="en-ID" b="1" dirty="0" err="1"/>
              <a:t>satu</a:t>
            </a:r>
            <a:r>
              <a:rPr lang="en-ID" b="1" dirty="0"/>
              <a:t> website </a:t>
            </a:r>
            <a:r>
              <a:rPr lang="en-ID" b="1" dirty="0" err="1"/>
              <a:t>sistem</a:t>
            </a:r>
            <a:r>
              <a:rPr lang="en-ID" b="1" dirty="0"/>
              <a:t> enterprise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tema</a:t>
            </a:r>
            <a:r>
              <a:rPr lang="en-ID" dirty="0"/>
              <a:t> </a:t>
            </a:r>
            <a:r>
              <a:rPr lang="en-ID" dirty="0" err="1"/>
              <a:t>berbeda</a:t>
            </a:r>
            <a:r>
              <a:rPr lang="en-ID" dirty="0"/>
              <a:t>.</a:t>
            </a:r>
            <a:br>
              <a:rPr lang="en-ID" dirty="0"/>
            </a:br>
            <a:r>
              <a:rPr lang="en-ID" dirty="0" err="1"/>
              <a:t>Pembagian</a:t>
            </a:r>
            <a:r>
              <a:rPr lang="en-ID" dirty="0"/>
              <a:t> </a:t>
            </a:r>
            <a:r>
              <a:rPr lang="en-ID" dirty="0" err="1"/>
              <a:t>tema</a:t>
            </a:r>
            <a:r>
              <a:rPr lang="en-ID" dirty="0"/>
              <a:t> per </a:t>
            </a:r>
            <a:r>
              <a:rPr lang="en-ID" dirty="0" err="1"/>
              <a:t>kelompok</a:t>
            </a:r>
            <a:r>
              <a:rPr lang="en-ID" dirty="0"/>
              <a:t>:</a:t>
            </a:r>
          </a:p>
          <a:p>
            <a:r>
              <a:rPr lang="en-ID" b="1" dirty="0" err="1"/>
              <a:t>Kelompok</a:t>
            </a:r>
            <a:r>
              <a:rPr lang="en-ID" b="1" dirty="0"/>
              <a:t> 1 – Website CRM</a:t>
            </a:r>
            <a:r>
              <a:rPr lang="en-ID" dirty="0"/>
              <a:t> (Customer Relationship Management), (Ziko, Bayu, Zulkifli)</a:t>
            </a:r>
          </a:p>
          <a:p>
            <a:r>
              <a:rPr lang="en-ID" b="1" dirty="0" err="1"/>
              <a:t>Kelompok</a:t>
            </a:r>
            <a:r>
              <a:rPr lang="en-ID" b="1" dirty="0"/>
              <a:t> 2 – Website SCM</a:t>
            </a:r>
            <a:r>
              <a:rPr lang="en-ID" dirty="0"/>
              <a:t> (Supply Chain Management) (</a:t>
            </a:r>
            <a:r>
              <a:rPr lang="en-ID" dirty="0" err="1"/>
              <a:t>Tegar</a:t>
            </a:r>
            <a:r>
              <a:rPr lang="en-ID" dirty="0"/>
              <a:t>, Satria)</a:t>
            </a:r>
          </a:p>
          <a:p>
            <a:r>
              <a:rPr lang="en-ID" b="1" dirty="0" err="1"/>
              <a:t>Kelompok</a:t>
            </a:r>
            <a:r>
              <a:rPr lang="en-ID" b="1" dirty="0"/>
              <a:t> 3 – Website KMS</a:t>
            </a:r>
            <a:r>
              <a:rPr lang="en-ID" dirty="0"/>
              <a:t> (Knowledge Management System) (Andrean, Ilham)</a:t>
            </a:r>
          </a:p>
          <a:p>
            <a:r>
              <a:rPr lang="en-ID" b="1" dirty="0" err="1"/>
              <a:t>Kelompok</a:t>
            </a:r>
            <a:r>
              <a:rPr lang="en-ID" b="1" dirty="0"/>
              <a:t> 4 – Website ECM (Enterprise Content Management), (</a:t>
            </a:r>
            <a:r>
              <a:rPr lang="en-ID" b="1" dirty="0" err="1"/>
              <a:t>Friena</a:t>
            </a:r>
            <a:r>
              <a:rPr lang="en-ID" b="1" dirty="0"/>
              <a:t>, </a:t>
            </a:r>
            <a:r>
              <a:rPr lang="en-ID" b="1" dirty="0" err="1"/>
              <a:t>Septi</a:t>
            </a:r>
            <a:r>
              <a:rPr lang="en-ID" b="1" dirty="0"/>
              <a:t>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19206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1DFD2-1FBA-3D3D-A700-F52D76300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Project</a:t>
            </a:r>
            <a:endParaRPr lang="en-ID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B11B26-E455-A5CF-18A0-D6068807A4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6196616"/>
              </p:ext>
            </p:extLst>
          </p:nvPr>
        </p:nvGraphicFramePr>
        <p:xfrm>
          <a:off x="1096963" y="1846263"/>
          <a:ext cx="10058400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97945859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845675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Kegiatan</a:t>
                      </a:r>
                      <a:endParaRPr lang="en-ID" dirty="0"/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Waktu</a:t>
                      </a:r>
                      <a:endParaRPr lang="en-ID" dirty="0"/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2252084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 err="1"/>
                        <a:t>Analisis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Kebutuhan</a:t>
                      </a:r>
                      <a:r>
                        <a:rPr lang="en-ID" dirty="0"/>
                        <a:t> (Requirement Analysis) dan </a:t>
                      </a:r>
                      <a:r>
                        <a:rPr lang="en-ID" dirty="0" err="1"/>
                        <a:t>Perancangan</a:t>
                      </a:r>
                      <a:r>
                        <a:rPr lang="en-ID" dirty="0"/>
                        <a:t> Desain UI/UX Website</a:t>
                      </a:r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 Nov – 26 Nov 2025 (</a:t>
                      </a:r>
                      <a:r>
                        <a:rPr lang="en-US" dirty="0" err="1"/>
                        <a:t>pertemuan</a:t>
                      </a:r>
                      <a:r>
                        <a:rPr lang="en-US" dirty="0"/>
                        <a:t> 10)</a:t>
                      </a:r>
                      <a:endParaRPr lang="en-ID" dirty="0"/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4124333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n-NO" dirty="0"/>
                        <a:t>Perancangan Database dan Arsitektur Sistem</a:t>
                      </a:r>
                      <a:endParaRPr lang="en-ID" dirty="0"/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 Nov – 3 </a:t>
                      </a:r>
                      <a:r>
                        <a:rPr lang="en-US" dirty="0" err="1"/>
                        <a:t>Desember</a:t>
                      </a:r>
                      <a:r>
                        <a:rPr lang="en-US" dirty="0"/>
                        <a:t> 2025 (</a:t>
                      </a:r>
                      <a:r>
                        <a:rPr lang="en-US" dirty="0" err="1"/>
                        <a:t>pertemuan</a:t>
                      </a:r>
                      <a:r>
                        <a:rPr lang="en-US" dirty="0"/>
                        <a:t> 11)</a:t>
                      </a:r>
                      <a:endParaRPr lang="en-ID" dirty="0"/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1042967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Implementasi</a:t>
                      </a:r>
                      <a:r>
                        <a:rPr lang="en-US" dirty="0"/>
                        <a:t> Website dan </a:t>
                      </a:r>
                      <a:r>
                        <a:rPr lang="en-US" dirty="0" err="1"/>
                        <a:t>Pengujian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menggunakan</a:t>
                      </a:r>
                      <a:r>
                        <a:rPr lang="en-US" dirty="0"/>
                        <a:t> black box testing</a:t>
                      </a:r>
                      <a:endParaRPr lang="en-ID" dirty="0"/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 Des – 24 Des 2025 (</a:t>
                      </a:r>
                      <a:r>
                        <a:rPr lang="en-US" dirty="0" err="1"/>
                        <a:t>pertemuan</a:t>
                      </a:r>
                      <a:r>
                        <a:rPr lang="en-US" dirty="0"/>
                        <a:t> 11, 12, 13)</a:t>
                      </a:r>
                      <a:endParaRPr lang="en-ID" dirty="0"/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2316393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Laporan</a:t>
                      </a:r>
                      <a:r>
                        <a:rPr lang="en-US" dirty="0"/>
                        <a:t> Project Akhir</a:t>
                      </a:r>
                      <a:endParaRPr lang="en-ID" dirty="0"/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 Des – 31 Des 2025 (</a:t>
                      </a:r>
                      <a:r>
                        <a:rPr lang="en-US" dirty="0" err="1"/>
                        <a:t>pertemuan</a:t>
                      </a:r>
                      <a:r>
                        <a:rPr lang="en-US" dirty="0"/>
                        <a:t> 14,15)</a:t>
                      </a:r>
                      <a:endParaRPr lang="en-ID" dirty="0"/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3180374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 marL="87464" marR="87464"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 marL="87464" marR="87464"/>
                </a:tc>
                <a:extLst>
                  <a:ext uri="{0D108BD9-81ED-4DB2-BD59-A6C34878D82A}">
                    <a16:rowId xmlns:a16="http://schemas.microsoft.com/office/drawing/2014/main" val="3624482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9835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360D4-DE4A-2B1B-C12A-6FE80912C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Kegiatan</a:t>
            </a:r>
            <a:r>
              <a:rPr lang="en-US" dirty="0"/>
              <a:t> :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2082B-77FF-F48D-0918-27AA1CBCC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b="1" dirty="0"/>
              <a:t>1. </a:t>
            </a:r>
            <a:r>
              <a:rPr lang="en-ID" b="1" dirty="0" err="1"/>
              <a:t>Analisis</a:t>
            </a:r>
            <a:r>
              <a:rPr lang="en-ID" b="1" dirty="0"/>
              <a:t> </a:t>
            </a:r>
            <a:r>
              <a:rPr lang="en-ID" b="1" dirty="0" err="1"/>
              <a:t>Kebutuhan</a:t>
            </a:r>
            <a:r>
              <a:rPr lang="en-ID" b="1" dirty="0"/>
              <a:t> (Requirement Analysis)</a:t>
            </a:r>
          </a:p>
          <a:p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kelompok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:</a:t>
            </a:r>
          </a:p>
          <a:p>
            <a:r>
              <a:rPr lang="en-ID" dirty="0" err="1"/>
              <a:t>Profil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sistem</a:t>
            </a:r>
            <a:endParaRPr lang="en-ID" dirty="0"/>
          </a:p>
          <a:p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fungsional</a:t>
            </a:r>
            <a:r>
              <a:rPr lang="en-ID" dirty="0"/>
              <a:t> </a:t>
            </a:r>
            <a:r>
              <a:rPr lang="en-ID" dirty="0" err="1"/>
              <a:t>modul</a:t>
            </a:r>
            <a:r>
              <a:rPr lang="en-ID" dirty="0"/>
              <a:t> (CRM/SCM/KMS/CMS)</a:t>
            </a:r>
          </a:p>
          <a:p>
            <a:r>
              <a:rPr lang="en-ID" dirty="0" err="1"/>
              <a:t>Kebutuhan</a:t>
            </a:r>
            <a:r>
              <a:rPr lang="en-ID" dirty="0"/>
              <a:t> non-</a:t>
            </a:r>
            <a:r>
              <a:rPr lang="en-ID" dirty="0" err="1"/>
              <a:t>fungsional</a:t>
            </a:r>
            <a:r>
              <a:rPr lang="en-ID" dirty="0"/>
              <a:t> (</a:t>
            </a:r>
            <a:r>
              <a:rPr lang="en-ID" dirty="0" err="1"/>
              <a:t>keamanan</a:t>
            </a:r>
            <a:r>
              <a:rPr lang="en-ID" dirty="0"/>
              <a:t>, </a:t>
            </a:r>
            <a:r>
              <a:rPr lang="en-ID" dirty="0" err="1"/>
              <a:t>performa</a:t>
            </a:r>
            <a:r>
              <a:rPr lang="en-ID" dirty="0"/>
              <a:t>, </a:t>
            </a:r>
            <a:r>
              <a:rPr lang="en-ID" dirty="0" err="1"/>
              <a:t>ketersediaan</a:t>
            </a:r>
            <a:r>
              <a:rPr lang="en-ID" dirty="0"/>
              <a:t>)</a:t>
            </a:r>
            <a:br>
              <a:rPr lang="en-ID" dirty="0"/>
            </a:br>
            <a:r>
              <a:rPr lang="en-ID" b="1" dirty="0"/>
              <a:t>Output:</a:t>
            </a:r>
            <a:r>
              <a:rPr lang="en-ID" dirty="0"/>
              <a:t> </a:t>
            </a:r>
            <a:r>
              <a:rPr lang="en-ID" dirty="0" err="1"/>
              <a:t>dokumen</a:t>
            </a:r>
            <a:r>
              <a:rPr lang="en-ID" dirty="0"/>
              <a:t> </a:t>
            </a:r>
            <a:r>
              <a:rPr lang="en-ID" dirty="0" err="1"/>
              <a:t>kebutuhan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5278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B4716-0BAF-EC7A-7B28-4A1CFB32C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Kegiatan</a:t>
            </a:r>
            <a:r>
              <a:rPr lang="en-US" dirty="0"/>
              <a:t> :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D9362-A538-41D9-AE8B-F389B90FF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b="1" dirty="0"/>
              <a:t>2. </a:t>
            </a:r>
            <a:r>
              <a:rPr lang="en-ID" b="1" dirty="0" err="1"/>
              <a:t>Perancangan</a:t>
            </a:r>
            <a:r>
              <a:rPr lang="en-ID" b="1" dirty="0"/>
              <a:t> Desain UI/UX Website</a:t>
            </a:r>
          </a:p>
          <a:p>
            <a:r>
              <a:rPr lang="en-ID" dirty="0" err="1"/>
              <a:t>Termasuk</a:t>
            </a:r>
            <a:r>
              <a:rPr lang="en-ID" dirty="0"/>
              <a:t>:</a:t>
            </a:r>
          </a:p>
          <a:p>
            <a:r>
              <a:rPr lang="en-ID" dirty="0"/>
              <a:t>Wireframe dashboard</a:t>
            </a:r>
          </a:p>
          <a:p>
            <a:r>
              <a:rPr lang="en-ID" dirty="0"/>
              <a:t>Wireframe </a:t>
            </a:r>
            <a:r>
              <a:rPr lang="en-ID" dirty="0" err="1"/>
              <a:t>halaman</a:t>
            </a:r>
            <a:r>
              <a:rPr lang="en-ID" dirty="0"/>
              <a:t> </a:t>
            </a:r>
            <a:r>
              <a:rPr lang="en-ID" dirty="0" err="1"/>
              <a:t>modul</a:t>
            </a:r>
            <a:endParaRPr lang="en-ID" dirty="0"/>
          </a:p>
          <a:p>
            <a:r>
              <a:rPr lang="en-ID" dirty="0"/>
              <a:t>Alur </a:t>
            </a:r>
            <a:r>
              <a:rPr lang="en-ID" dirty="0" err="1"/>
              <a:t>navigasi</a:t>
            </a:r>
            <a:r>
              <a:rPr lang="en-ID" dirty="0"/>
              <a:t> </a:t>
            </a:r>
            <a:r>
              <a:rPr lang="en-ID" dirty="0" err="1"/>
              <a:t>sistem</a:t>
            </a:r>
            <a:br>
              <a:rPr lang="en-ID" dirty="0"/>
            </a:br>
            <a:r>
              <a:rPr lang="en-ID" b="1" dirty="0"/>
              <a:t>Output:</a:t>
            </a:r>
            <a:r>
              <a:rPr lang="en-ID" dirty="0"/>
              <a:t> </a:t>
            </a:r>
            <a:r>
              <a:rPr lang="en-ID" dirty="0" err="1"/>
              <a:t>sketsa</a:t>
            </a:r>
            <a:r>
              <a:rPr lang="en-ID" dirty="0"/>
              <a:t> UI/UX (Figma / draw.io)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26257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50F60-93FE-FF88-4455-217EE6898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Kegiatan</a:t>
            </a:r>
            <a:r>
              <a:rPr lang="en-US" dirty="0"/>
              <a:t> :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3A19F-3A0E-E156-19BD-224809008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b="1" dirty="0"/>
              <a:t>3. </a:t>
            </a:r>
            <a:r>
              <a:rPr lang="en-ID" b="1" dirty="0" err="1"/>
              <a:t>Perancangan</a:t>
            </a:r>
            <a:r>
              <a:rPr lang="en-ID" b="1" dirty="0"/>
              <a:t> Database dan </a:t>
            </a:r>
            <a:r>
              <a:rPr lang="en-ID" b="1" dirty="0" err="1"/>
              <a:t>Arsitektur</a:t>
            </a:r>
            <a:r>
              <a:rPr lang="en-ID" b="1" dirty="0"/>
              <a:t> </a:t>
            </a:r>
            <a:r>
              <a:rPr lang="en-ID" b="1" dirty="0" err="1"/>
              <a:t>Sistem</a:t>
            </a:r>
            <a:endParaRPr lang="en-ID" b="1" dirty="0"/>
          </a:p>
          <a:p>
            <a:r>
              <a:rPr lang="en-ID" dirty="0"/>
              <a:t>ERD</a:t>
            </a:r>
          </a:p>
          <a:p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tabel</a:t>
            </a:r>
            <a:endParaRPr lang="en-ID" dirty="0"/>
          </a:p>
          <a:p>
            <a:r>
              <a:rPr lang="en-ID" dirty="0" err="1"/>
              <a:t>Relasi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data</a:t>
            </a:r>
          </a:p>
          <a:p>
            <a:r>
              <a:rPr lang="en-ID" dirty="0" err="1"/>
              <a:t>Arsitektur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(MVC / microservice / modular)</a:t>
            </a:r>
            <a:br>
              <a:rPr lang="en-ID" dirty="0"/>
            </a:br>
            <a:r>
              <a:rPr lang="en-ID" b="1" dirty="0"/>
              <a:t>Output:</a:t>
            </a:r>
            <a:r>
              <a:rPr lang="en-ID" dirty="0"/>
              <a:t> ERD + diagram </a:t>
            </a:r>
            <a:r>
              <a:rPr lang="en-ID" dirty="0" err="1"/>
              <a:t>arsitektur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42663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38513-72F5-572B-B6D7-A0C7D077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Tema: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B1C1D-47AC-41C4-407E-D6BCF13C0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A. WEBSITE CRM</a:t>
            </a:r>
          </a:p>
          <a:p>
            <a:r>
              <a:rPr lang="en-US" dirty="0"/>
              <a:t>Minimal </a:t>
            </a:r>
            <a:r>
              <a:rPr lang="en-US" dirty="0" err="1"/>
              <a:t>fitur</a:t>
            </a:r>
            <a:r>
              <a:rPr lang="en-US" dirty="0"/>
              <a:t>:</a:t>
            </a:r>
          </a:p>
          <a:p>
            <a:r>
              <a:rPr lang="en-US" dirty="0"/>
              <a:t>Kelola data customer</a:t>
            </a:r>
          </a:p>
          <a:p>
            <a:r>
              <a:rPr lang="en-US" dirty="0"/>
              <a:t>Customer interaction history</a:t>
            </a:r>
          </a:p>
          <a:p>
            <a:r>
              <a:rPr lang="en-US" dirty="0"/>
              <a:t>Ticketing / complaint system</a:t>
            </a:r>
          </a:p>
          <a:p>
            <a:r>
              <a:rPr lang="en-US" dirty="0"/>
              <a:t>Sales pipeline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59007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825DE-7537-EAE2-5371-201446E3B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Tema: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D50D8-250F-3246-C7D7-CEFEE9234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b="1" dirty="0"/>
              <a:t>B. WEBSITE SCM</a:t>
            </a:r>
          </a:p>
          <a:p>
            <a:r>
              <a:rPr lang="en-ID" dirty="0"/>
              <a:t>Minimal </a:t>
            </a:r>
            <a:r>
              <a:rPr lang="en-ID" dirty="0" err="1"/>
              <a:t>fitur</a:t>
            </a:r>
            <a:r>
              <a:rPr lang="en-ID" dirty="0"/>
              <a:t>:</a:t>
            </a:r>
          </a:p>
          <a:p>
            <a:r>
              <a:rPr lang="en-ID" dirty="0"/>
              <a:t>Kelola </a:t>
            </a:r>
            <a:r>
              <a:rPr lang="en-ID" dirty="0" err="1"/>
              <a:t>pemasok</a:t>
            </a:r>
            <a:endParaRPr lang="en-ID" dirty="0"/>
          </a:p>
          <a:p>
            <a:r>
              <a:rPr lang="en-ID" dirty="0" err="1"/>
              <a:t>Inventori</a:t>
            </a:r>
            <a:r>
              <a:rPr lang="en-ID" dirty="0"/>
              <a:t> </a:t>
            </a:r>
            <a:r>
              <a:rPr lang="en-ID" dirty="0" err="1"/>
              <a:t>barang</a:t>
            </a:r>
            <a:endParaRPr lang="en-ID" dirty="0"/>
          </a:p>
          <a:p>
            <a:r>
              <a:rPr lang="en-ID" dirty="0"/>
              <a:t>Purchase order (PO)</a:t>
            </a:r>
          </a:p>
          <a:p>
            <a:r>
              <a:rPr lang="en-ID" dirty="0"/>
              <a:t>Tracking </a:t>
            </a:r>
            <a:r>
              <a:rPr lang="en-ID" dirty="0" err="1"/>
              <a:t>pengiriman</a:t>
            </a:r>
            <a:br>
              <a:rPr lang="en-ID" dirty="0"/>
            </a:b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12573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1BC4B-1493-8EE8-76BD-D3FA0E068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Tema: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A32CB-B39C-8A19-E503-5EB2EB609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b="1" dirty="0"/>
              <a:t>C. WEBSITE KMS</a:t>
            </a:r>
          </a:p>
          <a:p>
            <a:r>
              <a:rPr lang="en-ID" dirty="0"/>
              <a:t>Minimal </a:t>
            </a:r>
            <a:r>
              <a:rPr lang="en-ID" dirty="0" err="1"/>
              <a:t>fitur</a:t>
            </a:r>
            <a:r>
              <a:rPr lang="en-ID" dirty="0"/>
              <a:t>:</a:t>
            </a:r>
          </a:p>
          <a:p>
            <a:r>
              <a:rPr lang="en-ID" dirty="0"/>
              <a:t>Repository knowledge (</a:t>
            </a:r>
            <a:r>
              <a:rPr lang="en-ID" dirty="0" err="1"/>
              <a:t>artikel</a:t>
            </a:r>
            <a:r>
              <a:rPr lang="en-ID" dirty="0"/>
              <a:t>/</a:t>
            </a:r>
            <a:r>
              <a:rPr lang="en-ID" dirty="0" err="1"/>
              <a:t>dokumen</a:t>
            </a:r>
            <a:r>
              <a:rPr lang="en-ID" dirty="0"/>
              <a:t>)</a:t>
            </a:r>
          </a:p>
          <a:p>
            <a:r>
              <a:rPr lang="en-ID" dirty="0"/>
              <a:t>Upload &amp;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dokumen</a:t>
            </a:r>
            <a:endParaRPr lang="en-ID" dirty="0"/>
          </a:p>
          <a:p>
            <a:r>
              <a:rPr lang="en-ID" dirty="0"/>
              <a:t>Tagging &amp; </a:t>
            </a:r>
            <a:r>
              <a:rPr lang="en-ID" dirty="0" err="1"/>
              <a:t>kategori</a:t>
            </a:r>
            <a:endParaRPr lang="en-ID" dirty="0"/>
          </a:p>
          <a:p>
            <a:r>
              <a:rPr lang="en-ID" dirty="0"/>
              <a:t>Internal discussion/forum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22990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B2022-B670-F65C-8C7B-9EB84DB34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Tema: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A6BEA-4995-1432-2FCD-E1DCC2F24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b="1" dirty="0"/>
              <a:t>D. WEBSITE ECM</a:t>
            </a:r>
          </a:p>
          <a:p>
            <a:r>
              <a:rPr lang="en-ID" dirty="0"/>
              <a:t>Minimal </a:t>
            </a:r>
            <a:r>
              <a:rPr lang="en-ID" dirty="0" err="1"/>
              <a:t>fitur</a:t>
            </a:r>
            <a:r>
              <a:rPr lang="en-ID" dirty="0"/>
              <a:t>:</a:t>
            </a:r>
          </a:p>
          <a:p>
            <a:r>
              <a:rPr lang="en-ID" dirty="0"/>
              <a:t>Editor </a:t>
            </a:r>
            <a:r>
              <a:rPr lang="en-ID" dirty="0" err="1"/>
              <a:t>konten</a:t>
            </a:r>
            <a:r>
              <a:rPr lang="en-ID" dirty="0"/>
              <a:t> (</a:t>
            </a:r>
            <a:r>
              <a:rPr lang="en-ID" dirty="0" err="1"/>
              <a:t>artikel</a:t>
            </a:r>
            <a:r>
              <a:rPr lang="en-ID" dirty="0"/>
              <a:t>, blog)</a:t>
            </a:r>
          </a:p>
          <a:p>
            <a:r>
              <a:rPr lang="en-ID" dirty="0"/>
              <a:t>Template </a:t>
            </a:r>
            <a:r>
              <a:rPr lang="en-ID" dirty="0" err="1"/>
              <a:t>halaman</a:t>
            </a:r>
            <a:endParaRPr lang="en-ID" dirty="0"/>
          </a:p>
          <a:p>
            <a:r>
              <a:rPr lang="en-ID" dirty="0" err="1"/>
              <a:t>Manajemen</a:t>
            </a:r>
            <a:r>
              <a:rPr lang="en-ID" dirty="0"/>
              <a:t> media (</a:t>
            </a:r>
            <a:r>
              <a:rPr lang="en-ID" dirty="0" err="1"/>
              <a:t>gambar</a:t>
            </a:r>
            <a:r>
              <a:rPr lang="en-ID" dirty="0"/>
              <a:t>/file)</a:t>
            </a:r>
          </a:p>
          <a:p>
            <a:r>
              <a:rPr lang="en-ID" dirty="0" err="1"/>
              <a:t>Publikasi</a:t>
            </a:r>
            <a:r>
              <a:rPr lang="en-ID" dirty="0"/>
              <a:t> </a:t>
            </a:r>
            <a:r>
              <a:rPr lang="en-ID" dirty="0" err="1"/>
              <a:t>konten</a:t>
            </a:r>
            <a:endParaRPr lang="en-ID" dirty="0"/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5353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E9190-CE03-890A-9EEF-2CC977320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Kegiatan</a:t>
            </a:r>
            <a:r>
              <a:rPr lang="en-US" dirty="0"/>
              <a:t>: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4F9B9-B6FC-9D49-A0F9-54B840646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b="1" dirty="0"/>
              <a:t>4. </a:t>
            </a:r>
            <a:r>
              <a:rPr lang="en-ID" b="1" dirty="0" err="1"/>
              <a:t>Penyusunan</a:t>
            </a:r>
            <a:r>
              <a:rPr lang="en-ID" b="1" dirty="0"/>
              <a:t> </a:t>
            </a:r>
            <a:r>
              <a:rPr lang="en-ID" b="1" dirty="0" err="1"/>
              <a:t>Laporan</a:t>
            </a:r>
            <a:r>
              <a:rPr lang="en-ID" b="1" dirty="0"/>
              <a:t> Akhir</a:t>
            </a:r>
          </a:p>
          <a:p>
            <a:r>
              <a:rPr lang="en-ID" dirty="0" err="1"/>
              <a:t>Laporan</a:t>
            </a:r>
            <a:r>
              <a:rPr lang="en-ID" dirty="0"/>
              <a:t> minimal </a:t>
            </a:r>
            <a:r>
              <a:rPr lang="en-ID" dirty="0" err="1"/>
              <a:t>berisi</a:t>
            </a:r>
            <a:r>
              <a:rPr lang="en-ID" dirty="0"/>
              <a:t>:</a:t>
            </a:r>
          </a:p>
          <a:p>
            <a:r>
              <a:rPr lang="en-ID" dirty="0" err="1"/>
              <a:t>Deskripsi</a:t>
            </a:r>
            <a:r>
              <a:rPr lang="en-ID" dirty="0"/>
              <a:t> </a:t>
            </a:r>
            <a:r>
              <a:rPr lang="en-ID" dirty="0" err="1"/>
              <a:t>sistem</a:t>
            </a:r>
            <a:endParaRPr lang="en-ID" dirty="0"/>
          </a:p>
          <a:p>
            <a:r>
              <a:rPr lang="en-ID" dirty="0"/>
              <a:t>Screenshot </a:t>
            </a:r>
            <a:r>
              <a:rPr lang="en-ID" dirty="0" err="1"/>
              <a:t>hasil</a:t>
            </a:r>
            <a:r>
              <a:rPr lang="en-ID" dirty="0"/>
              <a:t> website</a:t>
            </a:r>
          </a:p>
          <a:p>
            <a:r>
              <a:rPr lang="en-ID" dirty="0"/>
              <a:t>ERD dan </a:t>
            </a:r>
            <a:r>
              <a:rPr lang="en-ID" dirty="0" err="1"/>
              <a:t>arsitektur</a:t>
            </a:r>
            <a:endParaRPr lang="en-ID" dirty="0"/>
          </a:p>
          <a:p>
            <a:r>
              <a:rPr lang="en-ID" dirty="0" err="1"/>
              <a:t>Penjelasan</a:t>
            </a:r>
            <a:r>
              <a:rPr lang="en-ID" dirty="0"/>
              <a:t> </a:t>
            </a:r>
            <a:r>
              <a:rPr lang="en-ID" dirty="0" err="1"/>
              <a:t>fitur</a:t>
            </a:r>
            <a:endParaRPr lang="en-ID" dirty="0"/>
          </a:p>
          <a:p>
            <a:r>
              <a:rPr lang="en-ID" dirty="0"/>
              <a:t>Hasil </a:t>
            </a:r>
            <a:r>
              <a:rPr lang="en-ID" dirty="0" err="1"/>
              <a:t>Pengujian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</a:p>
          <a:p>
            <a:r>
              <a:rPr lang="en-ID" dirty="0" err="1"/>
              <a:t>Evaluasi</a:t>
            </a:r>
            <a:r>
              <a:rPr lang="en-ID" dirty="0"/>
              <a:t> &amp; </a:t>
            </a:r>
            <a:r>
              <a:rPr lang="en-ID" dirty="0" err="1"/>
              <a:t>kendala</a:t>
            </a:r>
            <a:r>
              <a:rPr lang="en-ID" dirty="0"/>
              <a:t> </a:t>
            </a:r>
            <a:r>
              <a:rPr lang="en-ID" dirty="0" err="1"/>
              <a:t>pengerjaan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76678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B865C-3DB7-CFE5-FE35-F734B8E07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UAS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AF1D7-EF83-046E-056B-2E3936AE5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UAS (14-26 Januari 2026)</a:t>
            </a:r>
          </a:p>
          <a:p>
            <a:r>
              <a:rPr lang="en-US" dirty="0" err="1"/>
              <a:t>Pelaksanaan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pengumpulan</a:t>
            </a:r>
            <a:r>
              <a:rPr lang="en-US" dirty="0"/>
              <a:t> draft paper </a:t>
            </a:r>
            <a:r>
              <a:rPr lang="en-US" dirty="0" err="1"/>
              <a:t>terkait</a:t>
            </a:r>
            <a:r>
              <a:rPr lang="en-US" dirty="0"/>
              <a:t> </a:t>
            </a:r>
            <a:r>
              <a:rPr lang="en-US" dirty="0" err="1"/>
              <a:t>proyek</a:t>
            </a:r>
            <a:r>
              <a:rPr lang="en-US" dirty="0"/>
              <a:t> </a:t>
            </a:r>
            <a:r>
              <a:rPr lang="en-US" dirty="0" err="1"/>
              <a:t>akhir</a:t>
            </a:r>
            <a:r>
              <a:rPr lang="en-US" dirty="0"/>
              <a:t>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7876496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67</TotalTime>
  <Words>420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Calibri Light</vt:lpstr>
      <vt:lpstr>Retrospect</vt:lpstr>
      <vt:lpstr>Proyek Akhir  Matakuliah Sistem Enterprise</vt:lpstr>
      <vt:lpstr>Jobdesk..</vt:lpstr>
      <vt:lpstr>Timeline Project</vt:lpstr>
      <vt:lpstr>Kegiatan :</vt:lpstr>
      <vt:lpstr>Kegiatan :</vt:lpstr>
      <vt:lpstr>Kegiatan :</vt:lpstr>
      <vt:lpstr>Tema: </vt:lpstr>
      <vt:lpstr>Tema:</vt:lpstr>
      <vt:lpstr>Tema:</vt:lpstr>
      <vt:lpstr>Tema:</vt:lpstr>
      <vt:lpstr>Kegiatan:</vt:lpstr>
      <vt:lpstr>UAS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3</cp:revision>
  <dcterms:created xsi:type="dcterms:W3CDTF">2025-11-18T07:09:28Z</dcterms:created>
  <dcterms:modified xsi:type="dcterms:W3CDTF">2025-11-19T04:34:25Z</dcterms:modified>
</cp:coreProperties>
</file>